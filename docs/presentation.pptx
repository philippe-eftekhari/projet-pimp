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4114800" cy="4114800"/>
          </a:xfrm>
          <a:prstGeom prst="ellipse">
            <a:avLst/>
          </a:prstGeom>
          <a:solidFill>
            <a:srgbClr val="818CF8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PIMP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Product Information Management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2743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dev4pimp25 - INSTA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Sam EFTEKHARI  -  Anass IMLI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BM. Bui-Xuan  -  Juin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Deroule de la presentation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432304"/>
            <a:ext cx="621792" cy="6217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3230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23408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8308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. objectif . technologies . planning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58184"/>
            <a:ext cx="621792" cy="6217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581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366674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8308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IA . fonctionnalites . utilisateurs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084064"/>
            <a:ext cx="621792" cy="6217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84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83080" y="4992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technique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78308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. extraction IA . backend . tests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5166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&amp; objectif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L'equipe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Sam EFTEKHARI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. modele de donnees . IA de vision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Anass IMLI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. design . diffusion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6974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PIM avec une porte d'entree intelligente : l'ingestion d'etiquette par IA de vision, puis un referentiel unique enrichi et diffuse vers tous les canaux.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9360" y="40690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par IA de vision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unique + multilingue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par workflow &amp; roles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omnicanale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technologiques justifies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468880"/>
                <a:gridCol w="4663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/ Express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Async, Pydantic, doc OpenAPI auto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/ Vue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Composants, build instantane, SPA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Relationnel, SQLite-&gt;PostgreSQL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vision (Gemini)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Tesseract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 les vraies etiquettes, JSON direct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/ OAuth2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etat, adapte API + SPA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 projet &amp; charge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634" y="1920240"/>
            <a:ext cx="9196251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iterative sur 6 semaines . charge estimee ~41 jours-hommes (equipe de 2)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Fonctionnalite phare : ingestion par IA de vision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03120"/>
            <a:ext cx="128016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194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21945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Glisser-deposer la photo d'une etiquette (JPG/PNG)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063240"/>
            <a:ext cx="128016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54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Lecture 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154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lit l'image et renvoie un JSON structure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23360"/>
            <a:ext cx="12801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114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Revue humaine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41148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verifie/corrige la fiche (human-in-the-loop)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983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983480"/>
            <a:ext cx="128016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074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Upsert EAN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23360" y="50749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: mise a jour si l'EAN existe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l'IA de vision et pas un OCR : les vraies etiquettes (bouteilles courbees, logos, photos) ne sont pas lisibles ligne a ligne.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Acteurs &amp; cas d'utilisation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8" name="Image 0" descr="diagrams/01_cas_util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760" y="1920240"/>
            <a:ext cx="609600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(admin, marketing, achats, fournisseur) + canal externe . validation/publication reservees a l'admin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&amp; fonctionnalites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03704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03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1762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 -&gt; extraction IA -&gt; fiche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852928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953512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53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926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filtres, pagination (~610)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602736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703320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03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6758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6758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FR/EN, medias, completude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4352544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453128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53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44256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442569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-&gt; valider -&gt; publier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102352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5202936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202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517550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51755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adaptes par canal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210312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0372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 la plateforme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2743200"/>
            <a:ext cx="4297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coller ici : tableau de bord, ingestion (fiche pre-remplie), catalogue. Glissez vos captures d'ecran depuis l'appli.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trois tiers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008" y="1920240"/>
            <a:ext cx="6359505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(React) . Metier (FastAPI + IA de vision) . Donnees (SQLAlchemy) - couplage faible par API REST/JWT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par IA de vision (Gemini)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encodee en base64 cote serveur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strict -&gt; reponse imposee en JSON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 API dans .env, jamais exposee au front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remplacable sans toucher au reste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structuree (exemple reel)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"nom_produit": "Mont Roucous",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"marque": "Mont Roucous",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"ean": "3257971080112",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"categorie": "Eau",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"contenance": "1,5 L",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"pays_origine": "France",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"composition": [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{"libelle":"Calcium","valeur":"1,20 mg/l"}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Modele de donnees (MCD Merise)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Image 0" descr="diagrams/05_mcd_me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408" y="1920240"/>
            <a:ext cx="5632704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au centre . attributs dynamiques par famille . valeur + langue (multilingue natif) . EAN = cle anti-doublon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API REST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code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/ schemas.py (ORM + Pydantic)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 - JWT &amp; roles (RBAC)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services/extraction.py - IA de vision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completeness.py - qualite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 - un par domaine (dont ingest)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principaux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/ingest/extract  (IA de vision)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/ingest/save  (upsert EAN)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/products  (filtres + pagination)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/products/{id}/completeness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/products/{id}/transition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/channels/{id}/publish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/dashboard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Workflow, qualite &amp; gouvernance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1188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06440" y="2286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286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89720" y="22860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286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56616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43000" y="373075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356616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= % attributs requis + image ; liste des champs manquants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14400" y="438912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43000" y="455371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438912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refusee si completude &lt; 60 %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14400" y="521208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43000" y="537667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376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91640" y="521208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l'admin valide/publie . chaque transition est historisee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de test (pytest)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31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331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331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21945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331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gouvernance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943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 de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OK / mauvais mot de passe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/ upsert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+ enregistrement sans doublon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champs manquants, montee a 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/ droits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 &lt; 60 %, validation admin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+ export canal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818CF8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22860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 demontre les fonctions essentielles d'un PIM :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par IA de vision, referentiel unique, enrichissement multilingue, qualite, gouvernance par workflow, diffusion omnicanale.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par lot . import/export en masse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ERP / e-commerce . syndication temps reel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4617720"/>
            <a:ext cx="10332720" cy="0"/>
          </a:xfrm>
          <a:prstGeom prst="line">
            <a:avLst/>
          </a:prstGeom>
          <a:noFill/>
          <a:ln w="12700">
            <a:solidFill>
              <a:srgbClr val="3A41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- Questions &amp; demonstration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dev4pimp25 - PIMP - Philippe Sam EFTEKHARI . Anass IMLI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PIMP - Plateforme de PIM</dc:title>
  <dc:subject>PptxGenJS Presentation</dc:subject>
  <dc:creator>Philippe Sam EFTEKHARI &amp; Anass IMLI</dc:creator>
  <cp:lastModifiedBy>Philippe Sam EFTEKHARI &amp; Anass IMLI</cp:lastModifiedBy>
  <cp:revision>1</cp:revision>
  <dcterms:created xsi:type="dcterms:W3CDTF">2026-06-26T08:03:46Z</dcterms:created>
  <dcterms:modified xsi:type="dcterms:W3CDTF">2026-06-26T08:03:46Z</dcterms:modified>
</cp:coreProperties>
</file>